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7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8D3403-EC40-4C25-A40E-B145CBABF7AA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0AC7F1-D934-4387-89CF-37A42DBCE6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855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8D3403-EC40-4C25-A40E-B145CBABF7AA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0AC7F1-D934-4387-89CF-37A42DBCE6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7322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8D3403-EC40-4C25-A40E-B145CBABF7AA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0AC7F1-D934-4387-89CF-37A42DBCE6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5132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8D3403-EC40-4C25-A40E-B145CBABF7AA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0AC7F1-D934-4387-89CF-37A42DBCE6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8672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8D3403-EC40-4C25-A40E-B145CBABF7AA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0AC7F1-D934-4387-89CF-37A42DBCE6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6865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8D3403-EC40-4C25-A40E-B145CBABF7AA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0AC7F1-D934-4387-89CF-37A42DBCE6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123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8D3403-EC40-4C25-A40E-B145CBABF7AA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0AC7F1-D934-4387-89CF-37A42DBCE6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6745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8D3403-EC40-4C25-A40E-B145CBABF7AA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0AC7F1-D934-4387-89CF-37A42DBCE6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410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8D3403-EC40-4C25-A40E-B145CBABF7AA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0AC7F1-D934-4387-89CF-37A42DBCE6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7118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8D3403-EC40-4C25-A40E-B145CBABF7AA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0AC7F1-D934-4387-89CF-37A42DBCE6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5453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8D3403-EC40-4C25-A40E-B145CBABF7AA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0AC7F1-D934-4387-89CF-37A42DBCE6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52385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98D3403-EC40-4C25-A40E-B145CBABF7AA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0AC7F1-D934-4387-89CF-37A42DBCE6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9963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908" y="329429"/>
            <a:ext cx="3658111" cy="4420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27185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Cyril</dc:creator>
  <cp:lastModifiedBy>Cyril</cp:lastModifiedBy>
  <cp:revision>1</cp:revision>
  <dcterms:created xsi:type="dcterms:W3CDTF">2026-03-25T19:10:01Z</dcterms:created>
  <dcterms:modified xsi:type="dcterms:W3CDTF">2026-03-25T19:10:30Z</dcterms:modified>
</cp:coreProperties>
</file>