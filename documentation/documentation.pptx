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55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3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1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67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8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2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7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1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1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4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3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D3403-EC40-4C25-A40E-B145CBABF7A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AC7F1-D934-4387-89CF-37A42DBCE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96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687" y="315423"/>
            <a:ext cx="5098474" cy="616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1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Cyril</dc:creator>
  <cp:lastModifiedBy>Cyril</cp:lastModifiedBy>
  <cp:revision>3</cp:revision>
  <dcterms:created xsi:type="dcterms:W3CDTF">2026-03-25T19:10:01Z</dcterms:created>
  <dcterms:modified xsi:type="dcterms:W3CDTF">2026-03-28T09:23:50Z</dcterms:modified>
</cp:coreProperties>
</file>